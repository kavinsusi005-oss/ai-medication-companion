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10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11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  <p:sldMasterId id="2147483838" r:id="rId2"/>
    <p:sldMasterId id="2147483850" r:id="rId3"/>
    <p:sldMasterId id="2147483862" r:id="rId4"/>
    <p:sldMasterId id="2147483876" r:id="rId5"/>
    <p:sldMasterId id="2147483888" r:id="rId6"/>
    <p:sldMasterId id="2147483900" r:id="rId7"/>
    <p:sldMasterId id="2147483914" r:id="rId8"/>
    <p:sldMasterId id="2147483926" r:id="rId9"/>
    <p:sldMasterId id="2147483938" r:id="rId10"/>
    <p:sldMasterId id="2147483952" r:id="rId11"/>
    <p:sldMasterId id="2147483964" r:id="rId12"/>
  </p:sldMasterIdLst>
  <p:notesMasterIdLst>
    <p:notesMasterId r:id="rId21"/>
  </p:notesMasterIdLst>
  <p:handoutMasterIdLst>
    <p:handoutMasterId r:id="rId22"/>
  </p:handoutMasterIdLst>
  <p:sldIdLst>
    <p:sldId id="256" r:id="rId13"/>
    <p:sldId id="257" r:id="rId14"/>
    <p:sldId id="258" r:id="rId15"/>
    <p:sldId id="259" r:id="rId16"/>
    <p:sldId id="260" r:id="rId17"/>
    <p:sldId id="262" r:id="rId18"/>
    <p:sldId id="265" r:id="rId19"/>
    <p:sldId id="370" r:id="rId20"/>
  </p:sldIdLst>
  <p:sldSz cx="12192000" cy="6858000"/>
  <p:notesSz cx="6858000" cy="9144000"/>
  <p:defaultTextStyle>
    <a:defPPr>
      <a:defRPr lang="zh-CN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173" y="82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B656D9-7026-47BE-1A8B-09A6AC3B24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9642D-A872-F00B-ED6C-AC6222FC9C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D7300-2DA5-427E-B4F3-285BA50193B2}" type="datetime1">
              <a:rPr lang="zh-CN" altLang="en-US" smtClean="0"/>
              <a:t>2026/9/13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31BF6-66CB-71D4-F982-FC5E70F586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1ACE6-E52F-FDB0-9AD6-9EF3F470A0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8F1F1-8B20-4DF5-9A71-5797C408B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7373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Header Placeholder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5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DEDA1A3A-CF24-4035-A5B4-44B23E775CBF}" type="datetime1">
              <a:rPr lang="zh-CN" altLang="en-US" smtClean="0"/>
              <a:t>2026/9/13</a:t>
            </a:fld>
            <a:endParaRPr lang="zh-CN" altLang="en-US" sz="1200"/>
          </a:p>
        </p:txBody>
      </p:sp>
      <p:sp>
        <p:nvSpPr>
          <p:cNvPr id="168964" name="Slide Image Placeholder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  <p:sp>
        <p:nvSpPr>
          <p:cNvPr id="13317" name="Notes Placeholder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/>
              <a:t>Click to edit Master text styles</a:t>
            </a:r>
          </a:p>
          <a:p>
            <a:pPr>
              <a:defRPr/>
            </a:pPr>
            <a:r>
              <a:rPr lang="en-US" altLang="zh-CN"/>
              <a:t>Second level</a:t>
            </a:r>
          </a:p>
          <a:p>
            <a:pPr>
              <a:defRPr/>
            </a:pPr>
            <a:r>
              <a:rPr lang="en-US" altLang="zh-CN"/>
              <a:t>Third level</a:t>
            </a:r>
          </a:p>
          <a:p>
            <a:pPr>
              <a:defRPr/>
            </a:pPr>
            <a:r>
              <a:rPr lang="en-US" altLang="zh-CN"/>
              <a:t>Fourth level</a:t>
            </a:r>
          </a:p>
          <a:p>
            <a:pPr>
              <a:defRPr/>
            </a:pPr>
            <a:r>
              <a:rPr lang="en-US" altLang="zh-CN"/>
              <a:t>Fifth level</a:t>
            </a:r>
          </a:p>
        </p:txBody>
      </p:sp>
      <p:sp>
        <p:nvSpPr>
          <p:cNvPr id="13318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9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/>
            </a:lvl1pPr>
          </a:lstStyle>
          <a:p>
            <a:pPr>
              <a:defRPr/>
            </a:pPr>
            <a:fld id="{DA7C798B-C6CC-415D-BB6C-AA6403E7DFCC}" type="slidenum">
              <a:rPr lang="en-US" altLang="zh-CN"/>
              <a:pPr>
                <a:defRPr/>
              </a:pPr>
              <a:t>‹#›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572245086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BED82E6-2703-4F57-85ED-EACE98A1A143}" type="datetime1">
              <a:rPr lang="zh-CN" altLang="en-US" smtClean="0"/>
              <a:t>2026/9/13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6422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3944D-D1B3-480F-BC70-BE2960C7569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0562C-10EF-4F87-A5F4-3D2101CDCAD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EF6BE-A078-4C15-922A-5E42DD07E62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880BB-D9BC-46CD-9852-E5555CD766D6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3E743-5013-4D9B-AE48-CC90D62AD1F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A8852-9A7D-4ECF-AE6E-4086810E5B47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010C9-F91E-47C1-91D3-BBB0BA5EFFA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EA44E-229A-4E62-83C3-20C19CE6587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04078-6B8C-48E2-BD62-7C6C3D171DEF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9A52F-9B74-4685-A476-BCA897E7D0C1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04850"/>
            <a:ext cx="2743200" cy="56197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04850"/>
            <a:ext cx="8077200" cy="5619750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C30BF-B363-46A1-9378-F44DEE9BFC94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1C870-27F3-4833-B6F7-B3D518379AB5}" type="datetime1">
              <a:rPr lang="en-US" altLang="en-US" smtClean="0"/>
              <a:t>9/13/2026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521723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10252-D9D7-4CAF-AE7D-31F71456224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8D198-5908-45C8-B6D5-B9B50F72DB3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C900F-7C55-47CD-9E1D-F4553E8D7C7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27648-F4A6-43FA-8338-58A69CB531A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1970-222C-4A3B-9A3A-F17B314EF61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37D5A-65C0-4244-8057-FC3039171CE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79891-93DF-47D9-9FC7-311601DF13F3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57E82-6E65-4CD3-A22A-6F55F7EC4B6F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C7DF6-80CC-494B-8C3D-84CB531CDB5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0C6A0-5421-4D8D-A266-E9C1B87919D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2C16A-24A7-4CB2-A656-B17A9DB49D6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E25CF-7E2B-4C54-A3DD-D2EDA052731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392E4-6945-452B-9512-9C3D55D29CB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58265-61E3-404D-AA52-EF3018F67C81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7CD46-4650-454B-87F7-4FD6B8F78A8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28BCC-05FF-48EF-B3E1-9FFDED6EA3F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43989-EDA9-4051-92D5-4A360639084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E3878-033B-44F7-A43C-391D9CDD6CB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53478-87ED-4C2A-8F2A-4C8A9A2D7B7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F2B93-A7E1-4B3A-AB50-BECD228D729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E3BC7-B317-4CCA-ACB1-68D95C4871C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3CBF4-F04C-41D9-912D-ED5CEFE06D7C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E1454-9C49-4D80-9BC1-C1D776B4A39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82869-37E9-4E50-8C9B-29F33A0E4593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1280A-4259-42B4-A2DB-1295AF3FDD7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041E6-B06D-42CA-9053-6EFDA00B631E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31AFA-1EDA-4299-8EE7-9202F12B53E7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7BA43-E6F7-481F-B14D-897AA8773C9E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D6477-6F18-4245-BD00-E41A6B050B84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0398B-AAB5-4EF9-829D-E37C6E90F663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8358F-94C3-4BEF-A4A3-D1F084CF89BC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1BFCE-2D87-404E-8DDF-2B33ECA62E76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04850"/>
            <a:ext cx="2743200" cy="56197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04850"/>
            <a:ext cx="8077200" cy="5619750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41FDD-1D3C-448E-897A-F9C2BB7A5AEB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1C870-27F3-4833-B6F7-B3D518379AB5}" type="datetime1">
              <a:rPr lang="en-US" altLang="en-US" smtClean="0"/>
              <a:t>9/13/2026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5399453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112C3-F874-4A9D-BB48-A22DBA01F68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D2EE3-FBD4-4406-9C9E-23FF31DFEFA7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B03FF-28E2-4F06-A283-AFB33890B25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40763-E460-482F-B764-87608DD2F5C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B825B-5137-4B2E-A1E1-19A5C1370C8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355A5-43F1-458D-BF90-7FD3C67ABB6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AD655-6EE2-4D80-9116-10AF4D37B007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A8ADA-0ABC-4C79-9B87-EAB875C6AC67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3D15F-C504-4391-94B3-42C307B500B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B11C0-806A-4519-8EBD-21A3736D17B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13F00-D473-439A-86E7-7C5EE5D400AD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18D68-DE29-41DE-9D03-4A9C34D9569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6FAB5-2159-40D0-9BA3-208B67A6ACC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4F66D-BF2B-419E-9764-3180F9D31991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0AC03-0013-4DB9-9B4B-0B016510B73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6A05-38D9-4EDF-9765-46B40CEF564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99D0C-CE01-4A2D-9F1B-62BABC5263E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506E1-B3E6-4E65-9E49-869A2B76174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35773-4766-4258-BF29-26570EEC882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549C2-137B-47D0-88D7-90D39B322B9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2C406-0975-4467-A907-04081582DA0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7B82F-2C04-496C-AE88-A7410F0E630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78E36-BAD7-44A7-BA1A-64E6CA7DA11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8E40D-0ADB-4409-977D-C615B1261139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139AB-C438-4871-85F6-AA51631D5961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CA411-D8B2-4A53-9DC3-A3630D3F651C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8FAD6-8F0B-4738-B181-DA2E3C0DBBC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0163-28FF-4AF5-8B3B-059D317B0CB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EA1F6-E659-4238-8431-EEC5BB7971B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710140-0ACB-4AAA-ADCB-D3DBB87A1BF0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6D4C9-4725-4268-805F-B61CCA0C2C5D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CA2D5-AF4A-448C-8922-4BBB247D35C2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04850"/>
            <a:ext cx="2743200" cy="56197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04850"/>
            <a:ext cx="8077200" cy="5619750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21973-CD72-4D95-B62D-065978C99DA6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4E5B3-4B29-4F26-9C1D-73F4ABB59FC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66613-BBC3-4DB0-A3BA-E5F28B79E32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3EA4B-51B6-4955-B7E6-CE983289B97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7763C-F1C7-4489-9CED-829F6D6E0EC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CC879-5AA2-4A41-9667-5FCC1AC4C621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DADFA-2F96-4B5B-9EE3-BA35F9A4D6F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5A352-FFBE-4216-9E04-103301B524FF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799CD-58E3-4B6F-A439-EC4DC5779B3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64296-CB61-496A-AEAF-C02A4593DC5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6CFE5-6B1D-41A5-BD81-7E122E29101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EBD9E-3BE6-4AB6-B684-9F04D6C1053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7E7B51-5D2F-4A24-BEA9-81AE143C480D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EE757-A08D-475D-B1F7-8CA0D12EB3E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12D0C-DABA-46CA-9E0F-D68F3D151F2D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A2571-CFDA-46B3-80D9-E2C18888F36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D5F60-F01D-45E5-AEBE-B9FB6486E57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C30EC-328D-4186-A46F-2FFFA551D45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3DEE2-6CC8-4693-B691-C8E6843C3CD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F19B4-51F7-4CC1-B01F-BFB1F418E1A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775CB-1456-4B2E-B09C-D1834CDAB82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4FADE-94D4-431A-8684-F0AEE3189C4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B55D4-82BC-458F-AAB3-4A77B12570EC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E862E-50D4-49E5-AC58-A35B1B8BF55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2F21A-39BF-47C0-B86C-045353D9E57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FBCFB-F4FD-43DF-9080-0E4E5B56E43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46A88-98EC-4272-9DB8-9111F0650A13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728F5-28D1-4AB9-94D0-83DFE428132B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EB233-4C18-4DFF-9861-9751EAF6D5A7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0D3B1-4C43-4713-BFA8-9B483B732BD1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00A2E-D906-4E96-8B86-F904EC671C3D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3AFE9-4829-4CA5-AE2F-3869805E62B2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21BAC-C3F5-460B-BF5A-817427BC0CF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04850"/>
            <a:ext cx="2743200" cy="56197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04850"/>
            <a:ext cx="8077200" cy="5619750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57CDE-8AA9-48A8-9F99-0AEFA898AD9E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1C870-27F3-4833-B6F7-B3D518379AB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B6C27-E370-4F62-B910-154A5DA6A51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D254F-6CDB-48AA-A27C-4E238C43211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E15E3-7AEA-42E7-A317-E76DAECF30D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CA6AD-389E-4B21-9750-B9327C1F18B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2B4E7-3505-4ECF-8814-24FB69B3F38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42BD7-0B3C-4826-8233-4A504CDA67C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D582D-E520-4F74-80C4-AD361AD22AA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AA6746-30B2-40B2-9C21-F669179D6E3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608EF-CC42-4F77-A31A-8745A50AA50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D438-1C31-4F8A-A8B8-F11147C509B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BEEA1B-5E43-4002-A0B6-8AEFA2DA804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A2C4D-0CD5-4DC9-A4DB-DF4DBD16AF53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75C08-81E7-4FD9-B6CE-1E92D80C585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BF63D-AADB-4ED2-B93A-BC1D6B5DB8F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07B08-F909-480E-A708-04B0274DFD1C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95CA1-9A30-484E-99DF-CA63A1E494A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97F9FB-C078-453E-9D17-0A8D57B6518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DA5C9-6FBB-447F-8401-A201E2E12F2C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9578E-5A0B-4AA8-9B9A-D19906F6CD9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F782C-4DA1-4AF7-938E-33B47E3A0343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ECF75-33A3-43FC-84DA-327DF232F7B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ED1D2B-BE80-40D0-99FC-2AFFF496025F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image" Target="../media/image1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31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1027" name="Text Placeholder 2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itchFamily="34" charset="0"/>
              </a:rPr>
              <a:t>Fifth level</a:t>
            </a:r>
          </a:p>
        </p:txBody>
      </p:sp>
      <p:sp>
        <p:nvSpPr>
          <p:cNvPr id="1028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ym typeface="Arial" pitchFamily="34" charset="0"/>
              </a:defRPr>
            </a:lvl1pPr>
          </a:lstStyle>
          <a:p>
            <a:pPr>
              <a:defRPr/>
            </a:pPr>
            <a:fld id="{B6922DA0-B90E-49BC-A6DE-6054F5E9211F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80" r:id="rId1"/>
    <p:sldLayoutId id="2147484881" r:id="rId2"/>
    <p:sldLayoutId id="2147484882" r:id="rId3"/>
    <p:sldLayoutId id="2147484883" r:id="rId4"/>
    <p:sldLayoutId id="2147484884" r:id="rId5"/>
    <p:sldLayoutId id="2147484885" r:id="rId6"/>
    <p:sldLayoutId id="2147484886" r:id="rId7"/>
    <p:sldLayoutId id="2147484887" r:id="rId8"/>
    <p:sldLayoutId id="2147484888" r:id="rId9"/>
    <p:sldLayoutId id="2147484889" r:id="rId10"/>
    <p:sldLayoutId id="2147484890" r:id="rId11"/>
    <p:sldLayoutId id="2147485014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9pPr>
    </p:titleStyle>
    <p:bodyStyle>
      <a:lvl1pPr marL="273050" indent="-2730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639763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914400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187450" indent="-2095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1462088" indent="-2079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2052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7B2E476-BEDD-4F40-8C84-95742C33AFF6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3076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21EAB05-8B16-4A37-AE2D-B862EC580863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2" r:id="rId1"/>
    <p:sldLayoutId id="2147484903" r:id="rId2"/>
    <p:sldLayoutId id="2147484904" r:id="rId3"/>
    <p:sldLayoutId id="2147484905" r:id="rId4"/>
    <p:sldLayoutId id="2147484906" r:id="rId5"/>
    <p:sldLayoutId id="2147484907" r:id="rId6"/>
    <p:sldLayoutId id="2147484908" r:id="rId7"/>
    <p:sldLayoutId id="2147484909" r:id="rId8"/>
    <p:sldLayoutId id="2147484910" r:id="rId9"/>
    <p:sldLayoutId id="2147484911" r:id="rId10"/>
    <p:sldLayoutId id="2147484912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4099" name="Text Placeholder 2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itchFamily="34" charset="0"/>
              </a:rPr>
              <a:t>Fifth level</a:t>
            </a:r>
          </a:p>
        </p:txBody>
      </p:sp>
      <p:sp>
        <p:nvSpPr>
          <p:cNvPr id="4100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ym typeface="Arial" pitchFamily="34" charset="0"/>
              </a:defRPr>
            </a:lvl1pPr>
          </a:lstStyle>
          <a:p>
            <a:pPr>
              <a:defRPr/>
            </a:pPr>
            <a:fld id="{8A8D9428-1643-4F45-BB05-C73A7181C2D6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4914" r:id="rId2"/>
    <p:sldLayoutId id="2147484915" r:id="rId3"/>
    <p:sldLayoutId id="2147484916" r:id="rId4"/>
    <p:sldLayoutId id="2147484917" r:id="rId5"/>
    <p:sldLayoutId id="2147484918" r:id="rId6"/>
    <p:sldLayoutId id="2147484919" r:id="rId7"/>
    <p:sldLayoutId id="2147484920" r:id="rId8"/>
    <p:sldLayoutId id="2147484921" r:id="rId9"/>
    <p:sldLayoutId id="2147484922" r:id="rId10"/>
    <p:sldLayoutId id="2147484923" r:id="rId11"/>
    <p:sldLayoutId id="2147485013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9pPr>
    </p:titleStyle>
    <p:bodyStyle>
      <a:lvl1pPr marL="273050" indent="-2730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639763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914400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187450" indent="-2095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1462088" indent="-2079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512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3E9EC48-1439-4D5C-938D-FA5FB87C1CA1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24" r:id="rId1"/>
    <p:sldLayoutId id="2147484925" r:id="rId2"/>
    <p:sldLayoutId id="2147484926" r:id="rId3"/>
    <p:sldLayoutId id="2147484927" r:id="rId4"/>
    <p:sldLayoutId id="2147484928" r:id="rId5"/>
    <p:sldLayoutId id="2147484929" r:id="rId6"/>
    <p:sldLayoutId id="2147484930" r:id="rId7"/>
    <p:sldLayoutId id="2147484931" r:id="rId8"/>
    <p:sldLayoutId id="2147484932" r:id="rId9"/>
    <p:sldLayoutId id="2147484933" r:id="rId10"/>
    <p:sldLayoutId id="2147484934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6147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614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70060D2-164D-46DC-9EA0-D0C992684AD1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35" r:id="rId1"/>
    <p:sldLayoutId id="2147484936" r:id="rId2"/>
    <p:sldLayoutId id="2147484937" r:id="rId3"/>
    <p:sldLayoutId id="2147484938" r:id="rId4"/>
    <p:sldLayoutId id="2147484939" r:id="rId5"/>
    <p:sldLayoutId id="2147484940" r:id="rId6"/>
    <p:sldLayoutId id="2147484941" r:id="rId7"/>
    <p:sldLayoutId id="2147484942" r:id="rId8"/>
    <p:sldLayoutId id="2147484943" r:id="rId9"/>
    <p:sldLayoutId id="2147484944" r:id="rId10"/>
    <p:sldLayoutId id="2147484945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7171" name="Text Placeholder 2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itchFamily="34" charset="0"/>
              </a:rPr>
              <a:t>Fifth level</a:t>
            </a:r>
          </a:p>
        </p:txBody>
      </p:sp>
      <p:sp>
        <p:nvSpPr>
          <p:cNvPr id="7172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ym typeface="Arial" pitchFamily="34" charset="0"/>
              </a:defRPr>
            </a:lvl1pPr>
          </a:lstStyle>
          <a:p>
            <a:pPr>
              <a:defRPr/>
            </a:pPr>
            <a:fld id="{8B007A68-9978-44A8-B638-D12FE7C23F83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46" r:id="rId1"/>
    <p:sldLayoutId id="2147484947" r:id="rId2"/>
    <p:sldLayoutId id="2147484948" r:id="rId3"/>
    <p:sldLayoutId id="2147484949" r:id="rId4"/>
    <p:sldLayoutId id="2147484950" r:id="rId5"/>
    <p:sldLayoutId id="2147484951" r:id="rId6"/>
    <p:sldLayoutId id="2147484952" r:id="rId7"/>
    <p:sldLayoutId id="2147484953" r:id="rId8"/>
    <p:sldLayoutId id="2147484954" r:id="rId9"/>
    <p:sldLayoutId id="2147484955" r:id="rId10"/>
    <p:sldLayoutId id="2147484956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9pPr>
    </p:titleStyle>
    <p:bodyStyle>
      <a:lvl1pPr marL="273050" indent="-2730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639763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914400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187450" indent="-2095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1462088" indent="-2079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819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8196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C4CE9FC-6D26-4124-B919-68239690230A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57" r:id="rId1"/>
    <p:sldLayoutId id="2147484958" r:id="rId2"/>
    <p:sldLayoutId id="2147484959" r:id="rId3"/>
    <p:sldLayoutId id="2147484960" r:id="rId4"/>
    <p:sldLayoutId id="2147484961" r:id="rId5"/>
    <p:sldLayoutId id="2147484962" r:id="rId6"/>
    <p:sldLayoutId id="2147484963" r:id="rId7"/>
    <p:sldLayoutId id="2147484964" r:id="rId8"/>
    <p:sldLayoutId id="2147484965" r:id="rId9"/>
    <p:sldLayoutId id="2147484966" r:id="rId10"/>
    <p:sldLayoutId id="2147484967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9219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9220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BF8430C-6A8C-4A48-AAC3-DCF6A4023A80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8" r:id="rId1"/>
    <p:sldLayoutId id="2147484969" r:id="rId2"/>
    <p:sldLayoutId id="2147484970" r:id="rId3"/>
    <p:sldLayoutId id="2147484971" r:id="rId4"/>
    <p:sldLayoutId id="2147484972" r:id="rId5"/>
    <p:sldLayoutId id="2147484973" r:id="rId6"/>
    <p:sldLayoutId id="2147484974" r:id="rId7"/>
    <p:sldLayoutId id="2147484975" r:id="rId8"/>
    <p:sldLayoutId id="2147484976" r:id="rId9"/>
    <p:sldLayoutId id="2147484977" r:id="rId10"/>
    <p:sldLayoutId id="2147484978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10243" name="Text Placeholder 2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itchFamily="34" charset="0"/>
              </a:rPr>
              <a:t>Fifth level</a:t>
            </a:r>
          </a:p>
        </p:txBody>
      </p:sp>
      <p:sp>
        <p:nvSpPr>
          <p:cNvPr id="10244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ym typeface="Arial" pitchFamily="34" charset="0"/>
              </a:defRPr>
            </a:lvl1pPr>
          </a:lstStyle>
          <a:p>
            <a:pPr>
              <a:defRPr/>
            </a:pPr>
            <a:fld id="{7506B301-031E-4D6D-8A8D-7FD1DE60618E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9" r:id="rId1"/>
    <p:sldLayoutId id="2147484980" r:id="rId2"/>
    <p:sldLayoutId id="2147484981" r:id="rId3"/>
    <p:sldLayoutId id="2147484982" r:id="rId4"/>
    <p:sldLayoutId id="2147484983" r:id="rId5"/>
    <p:sldLayoutId id="2147484984" r:id="rId6"/>
    <p:sldLayoutId id="2147484985" r:id="rId7"/>
    <p:sldLayoutId id="2147484986" r:id="rId8"/>
    <p:sldLayoutId id="2147484987" r:id="rId9"/>
    <p:sldLayoutId id="2147484988" r:id="rId10"/>
    <p:sldLayoutId id="2147484989" r:id="rId11"/>
    <p:sldLayoutId id="214748499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9pPr>
    </p:titleStyle>
    <p:bodyStyle>
      <a:lvl1pPr marL="273050" indent="-2730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639763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914400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187450" indent="-2095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1462088" indent="-2079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11267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1126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EB4B44A-6FF2-49AB-9B2E-541C1DF65B30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91" r:id="rId1"/>
    <p:sldLayoutId id="2147484992" r:id="rId2"/>
    <p:sldLayoutId id="2147484993" r:id="rId3"/>
    <p:sldLayoutId id="2147484994" r:id="rId4"/>
    <p:sldLayoutId id="2147484995" r:id="rId5"/>
    <p:sldLayoutId id="2147484996" r:id="rId6"/>
    <p:sldLayoutId id="2147484997" r:id="rId7"/>
    <p:sldLayoutId id="2147484998" r:id="rId8"/>
    <p:sldLayoutId id="2147484999" r:id="rId9"/>
    <p:sldLayoutId id="2147485000" r:id="rId10"/>
    <p:sldLayoutId id="2147485001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1229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12292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47FE904-2E74-425E-801E-4462CDD2BFE8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02" r:id="rId1"/>
    <p:sldLayoutId id="2147485003" r:id="rId2"/>
    <p:sldLayoutId id="2147485004" r:id="rId3"/>
    <p:sldLayoutId id="2147485005" r:id="rId4"/>
    <p:sldLayoutId id="2147485006" r:id="rId5"/>
    <p:sldLayoutId id="2147485007" r:id="rId6"/>
    <p:sldLayoutId id="2147485008" r:id="rId7"/>
    <p:sldLayoutId id="2147485009" r:id="rId8"/>
    <p:sldLayoutId id="2147485010" r:id="rId9"/>
    <p:sldLayoutId id="2147485011" r:id="rId10"/>
    <p:sldLayoutId id="2147485012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B10694-1E1A-58BE-0AB2-83A03C57BA14}"/>
              </a:ext>
            </a:extLst>
          </p:cNvPr>
          <p:cNvSpPr txBox="1"/>
          <p:nvPr/>
        </p:nvSpPr>
        <p:spPr>
          <a:xfrm>
            <a:off x="3424136" y="1632893"/>
            <a:ext cx="8064229" cy="3596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400" b="1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lnSpc>
                <a:spcPct val="150000"/>
              </a:lnSpc>
              <a:defRPr sz="34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24GEP31 - MINI PROJECT </a:t>
            </a:r>
          </a:p>
          <a:p>
            <a:pPr algn="ctr">
              <a:lnSpc>
                <a:spcPct val="150000"/>
              </a:lnSpc>
              <a:defRPr sz="34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REVIEW–1</a:t>
            </a:r>
          </a:p>
          <a:p>
            <a:pPr algn="ctr">
              <a:defRPr sz="3400" b="1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3400" b="1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PARKING ALLOCATION SYSTEM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3400" b="1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&amp; Communities | SDG 9 – Industry, Innovation &amp; Infrastructure | SDG 13 – Climate Action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400"/>
              </a:spcAft>
              <a:defRPr sz="3200" b="1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D1504D-6FE1-31EE-9BCC-EDDB43F4E6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020" y="200172"/>
            <a:ext cx="4309353" cy="1649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976934-4A2C-7814-D4C3-43CB0E951626}"/>
              </a:ext>
            </a:extLst>
          </p:cNvPr>
          <p:cNvSpPr txBox="1"/>
          <p:nvPr/>
        </p:nvSpPr>
        <p:spPr>
          <a:xfrm>
            <a:off x="3424136" y="48557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Details: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301EA-AA51-DF0B-AAB0-9E9247FEC1B3}"/>
              </a:ext>
            </a:extLst>
          </p:cNvPr>
          <p:cNvSpPr txBox="1"/>
          <p:nvPr/>
        </p:nvSpPr>
        <p:spPr>
          <a:xfrm>
            <a:off x="7261696" y="4855775"/>
            <a:ext cx="6096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Details: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defRPr sz="2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5608" y="349223"/>
            <a:ext cx="93103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t>Problem Definition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3234" y="1234440"/>
            <a:ext cx="10071046" cy="4844724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suitable parking spaces in busy areas is time-consuming and inefficient.</a:t>
            </a:r>
          </a:p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Increased parking search time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Unnecessary vehicle movement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Traffic congestion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finding vehicle-compatible spaces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Reservation conflicts / double booking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Inefficient utilization of parking spaces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systematic waiting-request management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 sz="1350" b="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parking allocation and reservation based on vehicle type, availability, reservation time, travel time and request priority.</a:t>
            </a:r>
          </a:p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 Drivers, parking managers, institutions and campus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9072" y="378406"/>
            <a:ext cx="92422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t>Objectives &amp;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342" y="1419266"/>
            <a:ext cx="10607040" cy="4903715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Automated Parking Allocation – allocate the most suitable space based on compatibility and availability.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Conflict-Free Reservation – prevent overlapping bookings using interval checking.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Shortest Route Selection – use Dijkstra’s Algorithm to identify minimum travel time.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Waiting Queue Management – use Priority Queue when suitable spaces are unavailable.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parking search time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parking-space utilization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systematic allocation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Prevention of reservation conflicts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waiting-list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6789" y="358951"/>
            <a:ext cx="9427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t>Technical Approach &amp;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1953" y="1070538"/>
            <a:ext cx="10607040" cy="5625323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Programming: Java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GUI: JavaFX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 / MySQL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 JDBC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Concepts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• Classes &amp; Objects • Inheritance • Encapsulation • Abstraction • Polymorphism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HashMap → fast lookup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spaces &amp; reservations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PriorityQueue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waiting requests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→ parking / road network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 → shortest travel time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Overlap → reservation conflict detection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Algorithm → best-space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3353" y="368679"/>
            <a:ext cx="8707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rPr dirty="0"/>
              <a:t>System Architecture / 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86078-60E0-6C6F-2C38-7DB4CDB8CD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7" t="14088" r="39969" b="10944"/>
          <a:stretch>
            <a:fillRect/>
          </a:stretch>
        </p:blipFill>
        <p:spPr>
          <a:xfrm>
            <a:off x="1485791" y="1199071"/>
            <a:ext cx="4943544" cy="4744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B7EDC-A295-478A-625B-94ED213AC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975" t="18868" r="2798" b="11950"/>
          <a:stretch>
            <a:fillRect/>
          </a:stretch>
        </p:blipFill>
        <p:spPr>
          <a:xfrm>
            <a:off x="7185804" y="1199071"/>
            <a:ext cx="3312543" cy="4744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CE777F-ECB2-6DE0-7B51-53B995E3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7" t="89811" r="2894" b="3648"/>
          <a:stretch>
            <a:fillRect/>
          </a:stretch>
        </p:blipFill>
        <p:spPr>
          <a:xfrm>
            <a:off x="1777042" y="6159261"/>
            <a:ext cx="8626415" cy="448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1523" y="407589"/>
            <a:ext cx="9047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t>Smart Allocation &amp; Waiting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530" y="1487359"/>
            <a:ext cx="9806453" cy="532177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Allocation Process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Request → Vehicle Compatibility → Space Availability → Reservation Conflict Check → Eligible Parking Lots → Dijkstra’s Algorithm → Compare Travel Times → Select Best Space → Reserve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Space Is Available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Suitable Space →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PriorityQueue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Waiting Requests → Space Becomes Free → Re-run Allocation → Allocate to Highest Priority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 A – 12 min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|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 B – 7 min ★ Selected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|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 C – 10 min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|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Lot B → Space C205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6893" y="368678"/>
            <a:ext cx="89017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t>Project Planning &amp; Partial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99810" y="1448448"/>
            <a:ext cx="10607040" cy="5165901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W1: Problem &amp; requirements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W2: System design &amp; UML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W3: Java OOP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W4: Data structures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W5: Graph &amp; Dijkstra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W6: Database integration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W7: JavaFX interface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W8: Integration &amp; testing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Implementation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/ In Progress: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Vehicle &amp; parking-space classes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Parking-lot structure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Reservation model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Compatibility &amp; availability checking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Graph representation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Dijkstra logic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Priority Queue structure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Pending: JavaFX GUI • Database integration • Reservation interface • Admin dashboard • Complete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6744" y="854764"/>
            <a:ext cx="8911687" cy="6322413"/>
          </a:xfrm>
        </p:spPr>
        <p:txBody>
          <a:bodyPr/>
          <a:lstStyle/>
          <a:p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Conclusion:-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Parking Allocation System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efficient and systematic approach to parking management using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Java, Data Structures and Algorithms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Outcomes:-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Space Allocation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Selects the most suitable parking space.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Search Time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Finds parking using the shortest travel route.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Conflict-Free Reservations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Prevents overlapping bookings.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Waiting Queue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requests when parking is unavailable.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Space Utilization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Improves the effective use of available parking.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Enhancements:-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Parking Sensors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Parking Availability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Integration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GPS-Based Navigation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2115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3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Theme23">
      <a:majorFont>
        <a:latin typeface="Arial"/>
        <a:ea typeface="黑体"/>
        <a:cs typeface="黑体"/>
      </a:majorFont>
      <a:minorFont>
        <a:latin typeface="Arial"/>
        <a:ea typeface="黑体"/>
        <a:cs typeface="黑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24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Theme24">
      <a:majorFont>
        <a:latin typeface="Arial"/>
        <a:ea typeface="黑体"/>
        <a:cs typeface="黑体"/>
      </a:majorFont>
      <a:minorFont>
        <a:latin typeface="Arial"/>
        <a:ea typeface="黑体"/>
        <a:cs typeface="黑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Theme24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1_Theme24">
      <a:majorFont>
        <a:latin typeface="Arial"/>
        <a:ea typeface="黑体"/>
        <a:cs typeface="黑体"/>
      </a:majorFont>
      <a:minorFont>
        <a:latin typeface="Arial"/>
        <a:ea typeface="黑体"/>
        <a:cs typeface="黑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heme2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5">
      <a:majorFont>
        <a:latin typeface="Arial"/>
        <a:ea typeface="黑体"/>
        <a:cs typeface="黑体"/>
      </a:majorFont>
      <a:minorFont>
        <a:latin typeface="Arial"/>
        <a:ea typeface="黑体"/>
        <a:cs typeface="黑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1690</TotalTime>
  <Pages>0</Pages>
  <Words>667</Words>
  <Characters>0</Characters>
  <Application>Microsoft Office PowerPoint</Application>
  <DocSecurity>0</DocSecurity>
  <PresentationFormat>Widescreen</PresentationFormat>
  <Lines>0</Lines>
  <Paragraphs>55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8</vt:i4>
      </vt:variant>
    </vt:vector>
  </HeadingPairs>
  <TitlesOfParts>
    <vt:vector size="25" baseType="lpstr">
      <vt:lpstr>Arial</vt:lpstr>
      <vt:lpstr>Calibri</vt:lpstr>
      <vt:lpstr>Courier New</vt:lpstr>
      <vt:lpstr>Times New Roman</vt:lpstr>
      <vt:lpstr>Wingdings</vt:lpstr>
      <vt:lpstr>Theme23</vt:lpstr>
      <vt:lpstr>1_Custom Design</vt:lpstr>
      <vt:lpstr>Custom Design</vt:lpstr>
      <vt:lpstr>Theme24</vt:lpstr>
      <vt:lpstr>2_Custom Design</vt:lpstr>
      <vt:lpstr>3_Custom Design</vt:lpstr>
      <vt:lpstr>1_Theme24</vt:lpstr>
      <vt:lpstr>4_Custom Design</vt:lpstr>
      <vt:lpstr>5_Custom Design</vt:lpstr>
      <vt:lpstr>Theme25</vt:lpstr>
      <vt:lpstr>6_Custom Design</vt:lpstr>
      <vt:lpstr>7_Custom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Conclusion:-  The Smart Parking Allocation System provides an efficient and systematic approach to parking management using Java, Data Structures and Algorithms.  Key Outcomes:-   Smart Space Allocation – Selects the most suitable parking space.  Reduced Search Time – Finds parking using the shortest travel route.  Conflict-Free Reservations – Prevents overlapping bookings.  Efficient Waiting Queue – Manages requests when parking is unavailable.  Better Space Utilization – Improves the effective use of available parking.  Future Enhancements:-   Real-Time Parking Sensors  Mobile Application  Live Parking Availability  Digital Payment Integration  GPS-Based Navigation                                                         THANK YOU  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 IDENTIFICATION IN BLIND HOME  SECURITY SYSTEM USING IMAGE  PROCESSING</dc:title>
  <dc:creator>Welcome</dc:creator>
  <cp:lastModifiedBy>Susidhar Kannan</cp:lastModifiedBy>
  <cp:revision>655</cp:revision>
  <dcterms:created xsi:type="dcterms:W3CDTF">2016-12-19T14:05:00Z</dcterms:created>
  <dcterms:modified xsi:type="dcterms:W3CDTF">2026-09-13T09:09:03Z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1033-11.2.0.9085</vt:lpwstr>
  </property>
</Properties>
</file>